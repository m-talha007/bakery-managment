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68" r:id="rId14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5" d="100"/>
          <a:sy n="45" d="100"/>
        </p:scale>
        <p:origin x="6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994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5b7e-af12-8d11-8000-00006b7ffd60.png?kimi-sig=vVLqoojXH8mO3y3gzztMjCQ_3NbD4UIDmNUix4mHnX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5b89-91c2-8bc4-8000-0000862a72d1.png?kimi-sig=Y3SzpABG4qhyxvVFVdBeQj3TQnAL4OZ-kVyGmotPpd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5b85-1c22-87cf-8000-0000b09dbaae.png?kimi-sig=GYQL3vCMm0hFWX2Er3d545wnUBxC7wUhCYVZWGIPiZ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5b8d-4292-8f0f-8000-000011227b99.png?kimi-sig=mubeDdizZLApTA0U2HC95BGOJ7i2HSUcJdXoD2S8b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5b85-40f2-8bdc-8000-00000864b105.png?kimi-sig=Rw2NVMm1JCwhP_ywG2OQt0YSivjO0k3s9ceqQLqfx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5b92-6d52-8338-8000-0000490f29dc.png?kimi-sig=yJXFPo9DQ6TMDWNL5ZXgIBpNYkKd9d9Q_dewD4p-Dn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5b92-f9a2-8c26-8000-00001298638e.png?kimi-sig=dYnEqaG9gxO9l35LitwGBS4OZ6Xg3bvTPwGtmW3JYc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5b94-51e2-8e27-8000-000096ff28ba.png?kimi-sig=x9BUA6Qz4j4-Xg2qpyUPB9iFZEtl7XUajQrXDWGWp-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5b93-d612-807c-8000-0000f255645d.png?kimi-sig=4FLh14irPM-Bvt2Vsn2WHRvn_FfWPPWoloqImL4Q2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5b92-69d2-8485-8000-0000412e17c7.png?kimi-sig=0H1xU6RjgYqI63QKlwd_2qPTcAQk3QC1JADKOZXTe5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88"/>
            <a:ext cx="18288000" cy="1028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5b99-a9c2-8873-8000-0000edaa946b.png?kimi-sig=4aNwhseUcBgiZEBJdGrHW3g_PeywKIx-A75w2n2OXj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22031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 smtClean="0">
                <a:ln>
                  <a:solidFill>
                    <a:schemeClr val="accent3">
                      <a:lumMod val="7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reflection blurRad="6350" stA="50000" endA="300" endPos="50000" dist="29997" dir="5400000" sy="-100000" algn="bl" rotWithShape="0"/>
                </a:effectLst>
                <a:latin typeface="Arial Black" panose="020B0A04020102020204" pitchFamily="34" charset="0"/>
              </a:rPr>
              <a:t>DATA BASE</a:t>
            </a:r>
            <a:endParaRPr lang="en-US" sz="6000" dirty="0">
              <a:ln>
                <a:solidFill>
                  <a:schemeClr val="accent3">
                    <a:lumMod val="75000"/>
                  </a:schemeClr>
                </a:solidFill>
              </a:ln>
              <a:solidFill>
                <a:schemeClr val="accent2">
                  <a:lumMod val="50000"/>
                </a:schemeClr>
              </a:solidFill>
              <a:effectLst>
                <a:reflection blurRad="6350" stA="50000" endA="300" endPos="50000" dist="29997" dir="5400000" sy="-100000" algn="bl" rotWithShape="0"/>
              </a:effectLst>
              <a:latin typeface="Arial Black" panose="020B0A040201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132"/>
            <a:ext cx="18288000" cy="80838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5712534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8162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13</Words>
  <Application>Microsoft Office PowerPoint</Application>
  <PresentationFormat>Custom</PresentationFormat>
  <Paragraphs>12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 Kneads: Digital Freshness</dc:title>
  <dc:subject>Daily Kneads: Digital Freshness</dc:subject>
  <dc:creator>Kimi</dc:creator>
  <cp:lastModifiedBy>TALHA</cp:lastModifiedBy>
  <cp:revision>5</cp:revision>
  <dcterms:created xsi:type="dcterms:W3CDTF">2025-12-25T13:42:34Z</dcterms:created>
  <dcterms:modified xsi:type="dcterms:W3CDTF">2025-12-25T15:09:11Z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{"Label":"Daily Kneads: Digital Freshness","ContentProducer":"001191110108MACG2KBH8F10000","ProduceID":"19b55b77-4442-8724-8000-00006b7b2889","ReservedCode1":"","ContentPropagator":"001191110108MACG2KBH8F20000","PropagateID":"19b55b77-4442-8724-8000-00006</vt:lpwstr>
  </property>
</Properties>
</file>